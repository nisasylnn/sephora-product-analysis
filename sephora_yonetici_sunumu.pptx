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Sephora Ürün ve Müşteri İlgi Analizi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24612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Veri Analizi ve 6 Aylık Müşteri İlgi Öngörüsü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İş Problemi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Sephora'nın hangi ürün kategorilerine odaklanması daha avantajlı olabilir?</a:t>
            </a:r>
          </a:p>
          <a:p>
            <a:pPr>
              <a:spcAft>
                <a:spcPts val="1200"/>
              </a:spcAft>
              <a:defRPr sz="1900"/>
            </a:pPr>
            <a:r>
              <a:t>Müşteri ilgisi hangi kategorilerde yoğunlaşıyor?</a:t>
            </a:r>
          </a:p>
          <a:p>
            <a:pPr>
              <a:spcAft>
                <a:spcPts val="1200"/>
              </a:spcAft>
              <a:defRPr sz="1900"/>
            </a:pPr>
            <a:r>
              <a:t>Ürün fiyatı müşteri ilgisiyle ilişkili mi?</a:t>
            </a:r>
          </a:p>
          <a:p>
            <a:pPr>
              <a:spcAft>
                <a:spcPts val="1200"/>
              </a:spcAft>
              <a:defRPr sz="1900"/>
            </a:pPr>
            <a:r>
              <a:t>Mevcut trend önümüzdeki 6 ay için ne söylüyor?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Veri Seti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8.494 ürün ve 27 değişken içeren ürün veri seti kullanıldı.</a:t>
            </a:r>
          </a:p>
          <a:p>
            <a:pPr>
              <a:spcAft>
                <a:spcPts val="1200"/>
              </a:spcAft>
              <a:defRPr sz="1900"/>
            </a:pPr>
            <a:r>
              <a:t>Ürün, marka, fiyat, puan, yorum ve kategori bilgileri analiz edildi.</a:t>
            </a:r>
          </a:p>
          <a:p>
            <a:pPr>
              <a:spcAft>
                <a:spcPts val="1200"/>
              </a:spcAft>
              <a:defRPr sz="1900"/>
            </a:pPr>
            <a:r>
              <a:t>Review verilerindeki submission_time alanı aylık yorum trendi için kullanıldı.</a:t>
            </a:r>
          </a:p>
          <a:p>
            <a:pPr>
              <a:spcAft>
                <a:spcPts val="1200"/>
              </a:spcAft>
              <a:defRPr sz="1900"/>
            </a:pPr>
            <a:r>
              <a:t>loves_count favorilenme/beğenilme sayısını; reviews toplam yorum sayısını ifade eder.</a:t>
            </a:r>
          </a:p>
          <a:p>
            <a:pPr>
              <a:spcAft>
                <a:spcPts val="1200"/>
              </a:spcAft>
              <a:defRPr sz="1900"/>
            </a:pPr>
            <a:r>
              <a:t>Bu göstergeler gerçek satış verisi değildir.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Veri İşleme Akışı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Extract → CSV verileri Python'a aktarıldı.</a:t>
            </a:r>
          </a:p>
          <a:p>
            <a:pPr>
              <a:spcAft>
                <a:spcPts val="1200"/>
              </a:spcAft>
              <a:defRPr sz="1900"/>
            </a:pPr>
            <a:r>
              <a:t>Transform → Eksik değerler, veri tipleri ve tekrar eden kayıtlar kontrol edildi.</a:t>
            </a:r>
          </a:p>
          <a:p>
            <a:pPr>
              <a:spcAft>
                <a:spcPts val="1200"/>
              </a:spcAft>
              <a:defRPr sz="1900"/>
            </a:pPr>
            <a:r>
              <a:t>Analyze → Kategori, fiyat ve müşteri ilgisi ilişkileri incelendi.</a:t>
            </a:r>
          </a:p>
          <a:p>
            <a:pPr>
              <a:spcAft>
                <a:spcPts val="1200"/>
              </a:spcAft>
              <a:defRPr sz="1900"/>
            </a:pPr>
            <a:r>
              <a:t>Visualize → Bulgular grafiklerle gösterildi.</a:t>
            </a:r>
          </a:p>
          <a:p>
            <a:pPr>
              <a:spcAft>
                <a:spcPts val="1200"/>
              </a:spcAft>
              <a:defRPr sz="1900"/>
            </a:pPr>
            <a:r>
              <a:t>Model → Son 12 aylık yorum trendinden 6 aylık basit öngörü üretildi.</a:t>
            </a:r>
          </a:p>
          <a:p>
            <a:pPr>
              <a:spcAft>
                <a:spcPts val="1200"/>
              </a:spcAft>
              <a:defRPr sz="1900"/>
            </a:pPr>
            <a:r>
              <a:t>Save → İşlenmiş veri kaydedildi.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Temel Bulgular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Skincare ve Makeup ürün portföyünde en geniş kategoriler olarak öne çıkmaktadır.</a:t>
            </a:r>
          </a:p>
          <a:p>
            <a:pPr>
              <a:spcAft>
                <a:spcPts val="1200"/>
              </a:spcAft>
              <a:defRPr sz="1900"/>
            </a:pPr>
            <a:r>
              <a:t>Makeup, ortalama loves_count açısından açık ara en yüksek müşteri ilgisine sahiptir.</a:t>
            </a:r>
          </a:p>
          <a:p>
            <a:pPr>
              <a:spcAft>
                <a:spcPts val="1200"/>
              </a:spcAft>
              <a:defRPr sz="1900"/>
            </a:pPr>
            <a:r>
              <a:t>Fiyat–müşteri ilgisi korelasyonu yaklaşık -0,088 bulunmuştur.</a:t>
            </a:r>
          </a:p>
          <a:p>
            <a:pPr>
              <a:spcAft>
                <a:spcPts val="1200"/>
              </a:spcAft>
              <a:defRPr sz="1900"/>
            </a:pPr>
            <a:r>
              <a:t>Fiyat ile müşteri ilgisi arasında güçlü bir doğrusal ilişki görülmemiştir.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6 Aylık Müşteri İlgi Öngörüsü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Nisan 2023: 13.757</a:t>
            </a:r>
          </a:p>
          <a:p>
            <a:pPr>
              <a:spcAft>
                <a:spcPts val="1200"/>
              </a:spcAft>
              <a:defRPr sz="1900"/>
            </a:pPr>
            <a:r>
              <a:t>Mayıs 2023: 13.523</a:t>
            </a:r>
          </a:p>
          <a:p>
            <a:pPr>
              <a:spcAft>
                <a:spcPts val="1200"/>
              </a:spcAft>
              <a:defRPr sz="1900"/>
            </a:pPr>
            <a:r>
              <a:t>Haziran 2023: 13.288</a:t>
            </a:r>
          </a:p>
          <a:p>
            <a:pPr>
              <a:spcAft>
                <a:spcPts val="1200"/>
              </a:spcAft>
              <a:defRPr sz="1900"/>
            </a:pPr>
            <a:r>
              <a:t>Temmuz 2023: 13.053</a:t>
            </a:r>
          </a:p>
          <a:p>
            <a:pPr>
              <a:spcAft>
                <a:spcPts val="1200"/>
              </a:spcAft>
              <a:defRPr sz="1900"/>
            </a:pPr>
            <a:r>
              <a:t>Ağustos 2023: 12.819</a:t>
            </a:r>
          </a:p>
          <a:p>
            <a:pPr>
              <a:spcAft>
                <a:spcPts val="1200"/>
              </a:spcAft>
              <a:defRPr sz="1900"/>
            </a:pPr>
            <a:r>
              <a:t>Eylül 2023: 12.584</a:t>
            </a:r>
          </a:p>
          <a:p>
            <a:pPr>
              <a:spcAft>
                <a:spcPts val="1200"/>
              </a:spcAft>
              <a:defRPr sz="1900"/>
            </a:pPr>
            <a:r>
              <a:t>Öngörü yorum hacmini müşteri ilgisi göstergesi olarak kullanır; satış veya gelir tahmini değildir.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Yönetici İçin Öneriler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Makeup, yüksek müşteri ilgisi nedeniyle öncelikli takip alanı olarak değerlendirilebilir.</a:t>
            </a:r>
          </a:p>
          <a:p>
            <a:pPr>
              <a:spcAft>
                <a:spcPts val="1200"/>
              </a:spcAft>
              <a:defRPr sz="1900"/>
            </a:pPr>
            <a:r>
              <a:t>Skincare kategorisindeki geniş ürün çeşitliliği korunabilir.</a:t>
            </a:r>
          </a:p>
          <a:p>
            <a:pPr>
              <a:spcAft>
                <a:spcPts val="1200"/>
              </a:spcAft>
              <a:defRPr sz="1900"/>
            </a:pPr>
            <a:r>
              <a:t>Fiyat tek başına belirleyici olmadığı için ürün özellikleri, marka ve müşteri deneyimi birlikte değerlendirilmelidir.</a:t>
            </a:r>
          </a:p>
          <a:p>
            <a:pPr>
              <a:spcAft>
                <a:spcPts val="1200"/>
              </a:spcAft>
              <a:defRPr sz="1900"/>
            </a:pPr>
            <a:r>
              <a:t>Yorum trendleri düzenli takip edilerek müşteri ilgisindeki değişimler erken fark edilebilir.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Sonuç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Makeup müşteri ilgisi açısından öne çıkmaktadır.</a:t>
            </a:r>
          </a:p>
          <a:p>
            <a:pPr>
              <a:spcAft>
                <a:spcPts val="1200"/>
              </a:spcAft>
              <a:defRPr sz="1900"/>
            </a:pPr>
            <a:r>
              <a:t>Skincare güçlü ürün çeşitliliğiyle dikkat çekmektedir.</a:t>
            </a:r>
          </a:p>
          <a:p>
            <a:pPr>
              <a:spcAft>
                <a:spcPts val="1200"/>
              </a:spcAft>
              <a:defRPr sz="1900"/>
            </a:pPr>
            <a:r>
              <a:t>Fiyatın müşteri ilgisini tek başına güçlü biçimde açıklamadığı görülmektedir.</a:t>
            </a:r>
          </a:p>
          <a:p>
            <a:pPr>
              <a:spcAft>
                <a:spcPts val="1200"/>
              </a:spcAft>
              <a:defRPr sz="1900"/>
            </a:pPr>
            <a:r>
              <a:t>Yorum trendine dayalı öngörü, gelecek 6 ay için kademeli düşüş sinyali vermektedir.</a:t>
            </a:r>
          </a:p>
          <a:p>
            <a:pPr>
              <a:spcAft>
                <a:spcPts val="1200"/>
              </a:spcAft>
              <a:defRPr sz="1900"/>
            </a:pPr>
            <a:r>
              <a:t>Çalışma, ürün ve müşteri verilerinin yönetim kararlarını destekleyebileceğini göstermektedir.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